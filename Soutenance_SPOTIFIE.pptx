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8229600" cy="8229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7315200" cy="731520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097280"/>
            <a:ext cx="4206240" cy="411480"/>
          </a:xfrm>
          <a:prstGeom prst="roundRect">
            <a:avLst>
              <a:gd name="adj" fmla="val 48889"/>
            </a:avLst>
          </a:prstGeom>
          <a:solidFill>
            <a:srgbClr val="1C1C2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97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FIL ROUGE B2 · YNOV LILLE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spc="4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recommandation musicale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Découvre 3 morceaux qui te ressemblent </a:t>
            </a:r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découverte exotique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chaque visite.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5943600"/>
            <a:ext cx="1216152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INFO B2 — Bachelor 2 Développement Logiciel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avril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: M. Lefebvre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concept en 30 secondes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qui apprend tes goûts musicaux et fait grandir ton univers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morceaux suggérés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visite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1737360"/>
            <a:ext cx="7863840" cy="13716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737360"/>
            <a:ext cx="7315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737360"/>
            <a:ext cx="73152" cy="13716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MORCEAUX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7764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tes goûts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25146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contenu sur 8 features audio (danceability, energy, valence…). Plus tu likes, plus c'est précis.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49040" y="3291840"/>
            <a:ext cx="7863840" cy="13716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3291840"/>
            <a:ext cx="7315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3291840"/>
            <a:ext cx="73152" cy="1371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MORCEAU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7764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Découverte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77640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genre que tu n'as JAMAIS exploré. Curseur ajustable de 0 % à 100 %.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749040" y="4846320"/>
            <a:ext cx="7863840" cy="13716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4846320"/>
            <a:ext cx="7315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4846320"/>
            <a:ext cx="73152" cy="1371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EN UN CLIC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7764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Spotify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77640" y="5623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playlists locales puis export OAuth direct dans le compte Spotify de l'utilisateur.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retenu : Projet 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Recommandation Musicale — 28 points minimum requis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91440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Item du barème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Pts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État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Communication entre 2 logiciels (REST front ↔ back ↔ Spotify)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BDD ≥ 3 tables (5 ici)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Algorithme avancé (cosine similarity + exotisme)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Interaction utilisateur (boutons, slider, swipe, modales)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CRUD complet (playlists)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Cahier des charges détaillé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Bonus Projet 4 — algo de reco renforcé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+5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Bonus Projet 4 — CRUD playlists renforcé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+4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Bonus Projet 4 — Import CSV catalogue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+2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Bonus Projet 4 — Client navigation 3 pages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+3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Bonus Projet 4 — Serveur d'analyse + sync Spotify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+4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869680" y="1554480"/>
            <a:ext cx="2743200" cy="36576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0" y="155448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ESTIMÉ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69680" y="22860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3000" dirty="0"/>
          </a:p>
        </p:txBody>
      </p:sp>
      <p:sp>
        <p:nvSpPr>
          <p:cNvPr id="11" name="Text 8"/>
          <p:cNvSpPr/>
          <p:nvPr/>
        </p:nvSpPr>
        <p:spPr>
          <a:xfrm>
            <a:off x="886968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28 visés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86968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confortable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86968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bonus Projet 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5669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sujet « Projet 4 — Système de Recommandation Musicale » est calibré à 28 points par M. Lefebvre.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 cohérents avec les technos suggérées par le sujet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657600" cy="141732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64008" cy="1417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10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Flask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Blueprints, REST JSON, léger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657600" cy="141732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645920"/>
            <a:ext cx="64008" cy="1417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10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 + FK + index, zéro config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657600" cy="141732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645920"/>
            <a:ext cx="64008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810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6676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2468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sur vecteurs audio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3657600" cy="141732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200400"/>
            <a:ext cx="64008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364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LOCALE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77240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HttpOnly, salt automatique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3200400"/>
            <a:ext cx="3657600" cy="141732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3200400"/>
            <a:ext cx="64008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364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SPOTIFY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Spotipy + OAuth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572000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 + refresh auto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3200400"/>
            <a:ext cx="3657600" cy="141732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320040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3364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6676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 vanille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366760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dépendance build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754880"/>
            <a:ext cx="3657600" cy="141732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75488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919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&lt;audio&gt; HTML5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77240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Previews 30 s, marche sans Premium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43400" y="4754880"/>
            <a:ext cx="3657600" cy="141732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43400" y="475488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4919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iTunes Search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4572000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~1000 morceaux, preview + pochettes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38160" y="4754880"/>
            <a:ext cx="3657600" cy="141732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0" y="4754880"/>
            <a:ext cx="64008" cy="1417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66760" y="4919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6676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8366760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réguliers tout le semestre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d'ORM, pas de framework JS — pour montrer qu'on maîtrise les fondamentaux (SQL brut, fetch API, DOM).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statique ↔ Backend Flask ↔ API Spotify — communication entre 3 logiciels (6 pts)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00400" cy="237744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32004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HTML/CSS/JS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— Inscription, Découverte, Mes likes, Mes playlists, Profil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3200400" cy="237744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828800"/>
            <a:ext cx="32004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Flask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28803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blueprints, 25 endpoints REST + JWT + SQLite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1828800"/>
            <a:ext cx="3200400" cy="237744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828800"/>
            <a:ext cx="32004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0" y="2331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Spotify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95360" y="28803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Authorization Code, search, playlist write, audio features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31920" y="3017520"/>
            <a:ext cx="6400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0" y="3017520"/>
            <a:ext cx="6400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840480" y="32004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JSON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JWT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0" y="32004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+ REST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Spotipy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4663440"/>
            <a:ext cx="10881360" cy="164592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800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MÉTIER (POO)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5166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recommender.py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5532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content-based + exotisme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93592" y="5166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spotify_client.py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93592" y="5532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OAuth, refresh, search, export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72784" y="5166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auth.py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72784" y="5532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JWT, login_required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951976" y="5166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51976" y="5532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+ helpers SQL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logique Spotify est isolée dans 1 module — si l'API change, on touche à un seul fichier.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relationnel — 5 tables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keys, index, contraintes UNIQUE, ON DELETE CASCADE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657600" cy="45720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36576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(bcrypt)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display_name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spotify_id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spotify_access_token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spotify_refresh_token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spotify_token_expires_at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exotic_factor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[0,1]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1645920"/>
            <a:ext cx="3657600" cy="45720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645920"/>
            <a:ext cx="36576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19456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spotify_id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artist / album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preview_url / image_url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duration_ms / popularity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(indexé)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 / energy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 / tempo / loudness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acousticness / speechiness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instrumentalness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1645920"/>
            <a:ext cx="3291840" cy="18288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45920"/>
            <a:ext cx="32918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2194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description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spotify_playlist_id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21040" y="3611880"/>
            <a:ext cx="3291840" cy="118872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3611880"/>
            <a:ext cx="3291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3749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playlist_tracks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4160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playlist_id, track_id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+ UNIQUE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21040" y="4937760"/>
            <a:ext cx="3291840" cy="12801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4937760"/>
            <a:ext cx="32918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user_interactions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3920" y="5486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track_id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   </a:t>
            </a:r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like/dislike/play/skip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de recommandation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contenu (content-based) — cosine similarity sur vecteur de goût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237744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892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du morceau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audio features Spotify normalisées : danceability, energy, valence, tempo, acousticness, instrumentalness, speechiness, loudness.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1691640"/>
            <a:ext cx="3520440" cy="237744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87452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74920" y="1892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de goût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34840" y="25146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des morceaux likés, éloignée de la moyenne des dislikes (poids 0.5). Plus tu interagis, plus c'est précis.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1691640"/>
            <a:ext cx="3520440" cy="237744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87452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0" y="1892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46720" y="25146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sklearn.metrics.pairwise.cosine_similarity entre le vecteur de goût et tous les candidats non vus.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297680"/>
            <a:ext cx="110642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7548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taste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mean(liked)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+ 0.5 × (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mean(liked)</a:t>
            </a:r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mean(disliked)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cosine_sim(taste, candidate)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+ 0.1 × </a:t>
            </a:r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popularity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852160"/>
            <a:ext cx="11064240" cy="77724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9436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</a:rPr>
              <a:t>DÉMARRAGE À FROID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Si aucun like : on retourne 3 morceaux populaires de genres distincts pour amorcer le profil.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 exotique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différenciateur : forcer la découverte sans casser l'expérience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017520" cy="21945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301752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IN-TASTE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déjà liké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similarité dans tes genres connus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1737360"/>
            <a:ext cx="3017520" cy="21945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737360"/>
            <a:ext cx="301752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IN-TASTE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déjà liké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54880" y="2651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2ᵉ meilleur match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95360" y="1737360"/>
            <a:ext cx="3017520" cy="21945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1737360"/>
            <a:ext cx="3017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EXOTIQUE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7824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JAMAIS exploré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778240" y="2651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 pour sa popularité — pour éviter le choc total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389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CURSEUR « CURIOSITÉ »  —  l'utilisateur règle le ratio in-taste / exotique (0 % → 100 %)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5029200"/>
            <a:ext cx="10332720" cy="109728"/>
          </a:xfrm>
          <a:prstGeom prst="rect">
            <a:avLst/>
          </a:prstGeom>
          <a:solidFill>
            <a:srgbClr val="1C1C25"/>
          </a:solidFill>
          <a:ln w="12700">
            <a:solidFill>
              <a:srgbClr val="1C1C2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029200"/>
            <a:ext cx="5486400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5029200"/>
            <a:ext cx="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4937760"/>
            <a:ext cx="274320" cy="27432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  Confort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  Équilibre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0" y="5349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 Aventure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Stocké en BDD dans users.exotic_factor — chaque utilisateur a son propre profil de curiosité.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Forcer la découverte sans agresser l'oreille » — c'est ce qui distingue notre algo d'un simple recommandeur Spotify-like.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· Page Découverte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L'écran principal — 3 cartes, audio HTML5, swipe like/dislike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20440" cy="18288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35204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/api/recommendations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des 3 morceaux personnalisés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1645920"/>
            <a:ext cx="3520440" cy="18288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645920"/>
            <a:ext cx="35204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&lt;audio&gt; HTML5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43400" y="2560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preview 30 s + barre de progression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1645920"/>
            <a:ext cx="3520440" cy="18288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1645920"/>
            <a:ext cx="35204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5528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/api/tracks/:id/interact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55280" y="2560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 like → BDD → re-fetch immédiat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3520440" cy="260604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886200"/>
            <a:ext cx="2971800" cy="1280160"/>
          </a:xfrm>
          <a:prstGeom prst="rect">
            <a:avLst/>
          </a:prstGeom>
          <a:solidFill>
            <a:srgbClr val="1C1C25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8862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73152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4 u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Olivia Rodrigo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897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 rock 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match 97 % 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60520" y="3657600"/>
            <a:ext cx="3520440" cy="260604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3886200"/>
            <a:ext cx="2971800" cy="1280160"/>
          </a:xfrm>
          <a:prstGeom prst="rect">
            <a:avLst/>
          </a:prstGeom>
          <a:solidFill>
            <a:srgbClr val="1C1C25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38862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434340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La Vida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4340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Coldplay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43400" y="5897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 rock 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match 96 % 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72400" y="3657600"/>
            <a:ext cx="3520440" cy="2606040"/>
          </a:xfrm>
          <a:prstGeom prst="rect">
            <a:avLst/>
          </a:prstGeom>
          <a:solidFill>
            <a:srgbClr val="15151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3886200"/>
            <a:ext cx="2971800" cy="1280160"/>
          </a:xfrm>
          <a:prstGeom prst="rect">
            <a:avLst/>
          </a:prstGeom>
          <a:solidFill>
            <a:srgbClr val="1C1C25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38862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6000" dirty="0"/>
          </a:p>
        </p:txBody>
      </p:sp>
      <p:sp>
        <p:nvSpPr>
          <p:cNvPr id="36" name="Text 34"/>
          <p:cNvSpPr/>
          <p:nvPr/>
        </p:nvSpPr>
        <p:spPr>
          <a:xfrm>
            <a:off x="795528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With A Smile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95528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 Gaga &amp; Bruno Mars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0" y="5897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 pop 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  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match 97 % 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549640" y="370332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9640" y="3703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DÉCOUVERTE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réel après 5 likes rock : 2 recommandations rock pertinentes + 1 découverte pop.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· Mes likes &amp; Mes playlists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réécoutable + CRUD complet sur les playlists (4 pts du barème)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00" cy="49377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LIKES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Réécouter les morceaux likés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26974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Mini-player intégré (HTML5 audio)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1089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❤️‍🩹 pour retirer le like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52044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+ pour ajouter à une playlist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93192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par date (le plus récent en haut)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34340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251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dédié : GET /api/tracks/liked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6035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 user_interactions sert à la fois à l'algo ET à cette page.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1645920"/>
            <a:ext cx="5486400" cy="49377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645920"/>
            <a:ext cx="54864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PLAYLISTS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 + export Spotify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55080" y="269748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playlist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3200400"/>
            <a:ext cx="365760" cy="3657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+ détail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37033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Renommer / mettre à jour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55080" y="420624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(cascade)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55080" y="4709160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/ retirer un morceau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55080" y="521208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5800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sur Spotify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55080" y="6035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endpoints, contrainte UNIQUE(playlist_id, track_id), ON DELETE CASCADE.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Spotify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Authorization Code + résolution dynamique des tracks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36576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EXPORT D'UNE PLAYLIST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→ 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24028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/api/playlists/:id/export (cookie JWT)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69748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697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: refresh token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access_token expiré : refresh automatique via Spotipy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154680"/>
            <a:ext cx="329184" cy="32918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1546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track sans spotify_id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15468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/v1/search?q=track:"..." artist:"..." → URI Spotify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611880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6118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la playlist Spotify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/v1/users/:user/playlists (privée par défaut)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4069080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0690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des morceaux par batch de 100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06908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/v1/playlists/:pl/tracks (limite Spotify)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4526280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45262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au front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452628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url, matched, missing[] } → toast de fin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486400"/>
            <a:ext cx="11064240" cy="109728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486400"/>
            <a:ext cx="110642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5778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POINT D'INTELLIGENCE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58521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catalogue local provient d'iTunes (Spotify a retiré preview_url en novembre 2024). On résout dynamiquement les morceaux sur Spotify par titre + artiste au moment de l'export — l'app marche avec n'importe quelle source de catalogue.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comment on les a contournées — preuve de maîtrise de l'écosystème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00" cy="224028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105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preview_url Spotify retiré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nov. 2024, les nouvelles apps Spotify ne reçoivent plus l'URL audio des extraits 30 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Hybride API : Spotify pour les métadonnées + audio features, iTunes Search (publique, gratuite) pour le preview_url.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5486400" cy="224028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645920"/>
            <a:ext cx="54864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105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iTunes (HTTP 429)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24688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de requêtes simultanées pendant l'enrichissement — iTunes coupait l'accès en plein milieu.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063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32918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exponentiel + délai de 0.4 s entre requêtes + retry jusqu'à 4 fois.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5486400" cy="224028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023360"/>
            <a:ext cx="54864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879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Development Mode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617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8463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nouvelles apps Spotify limitent l'écriture aux comptes whitelistés en User Management (max 25).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5440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56692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claire de la procédure d'ajout pour le jury + message d'erreur 403 explicite côté backend.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4023360"/>
            <a:ext cx="5486400" cy="224028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4023360"/>
            <a:ext cx="54864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1879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de l'algo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09360" y="4617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48463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nouvel utilisateur n'a aucun like → impossible de calculer un vecteur de goût.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5440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56692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: 3 morceaux populaires de genres distincts pour amorcer le profil dès la 1ʳᵉ visite.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ajustements sont documentés dans le cahier des charges (section « Risques &amp; limites identifiés »).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démo live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vais montrer pendant les 15 minutes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46304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54864" cy="594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→ 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691640"/>
            <a:ext cx="950976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691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+ objectifs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6916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Reformulation du sujet et des contraintes du barème.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50008"/>
            <a:ext cx="146304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350008"/>
            <a:ext cx="54864" cy="594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500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→ 04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2350008"/>
            <a:ext cx="950976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2350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23500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↔ Backend ↔ Spotify, modules métier, schéma BDD.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08376"/>
            <a:ext cx="146304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008376"/>
            <a:ext cx="54864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0837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→ 06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03120" y="3008376"/>
            <a:ext cx="950976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00837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+ cold start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300837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 → page Découvrir → 3 morceaux populaires de genres distincts.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666744"/>
            <a:ext cx="146304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666744"/>
            <a:ext cx="54864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66674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→ 09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03120" y="3666744"/>
            <a:ext cx="950976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36667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successifs + adaptation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366674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likes rock → refresh → recos rock pertinentes + ✨ découverte pop.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325112"/>
            <a:ext cx="146304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325112"/>
            <a:ext cx="54864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32511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→ 11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103120" y="4325112"/>
            <a:ext cx="950976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432511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Curiosité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77840" y="432511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80 % → la part exotique passe à 2/3 morceaux.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983480"/>
            <a:ext cx="146304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983480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983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→ 13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103120" y="4983480"/>
            <a:ext cx="950976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4983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likes + Mes playlists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77840" y="49834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Réécoute, ajout à une playlist, renommer, supprimer.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641848"/>
            <a:ext cx="146304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641848"/>
            <a:ext cx="54864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6418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→ 15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103120" y="5641848"/>
            <a:ext cx="9509760" cy="59436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0" y="56418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 d'œil au code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77840" y="564184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recommender.py (~130 lignes), schéma BDD, blueprints Flask.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sans Wi-Fi : tout marche en local (catalogue iTunes mis en cache, OAuth désactivé).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Q&amp;R préparées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questions probables et leurs réponses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SPOTIFIÉ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1430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64008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64008" cy="1143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Pourquoi cosine similarity et pas distance euclidienne 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La cosine ignore l'amplitude et ne mesure que l'angle : deux morceaux peuvent avoir des features très différentes en valeur absolue (loudness…) mais le même profil. C'est ce qu'on veut capturer.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1064240" cy="11430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926080"/>
            <a:ext cx="64008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26080"/>
            <a:ext cx="64008" cy="1143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63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Pourquoi 5 tables 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Le minimum demandé est 3. On en a 5 pour modéliser proprement la jointure n-n playlists ↔ tracks (avec position) et stocker l'historique d'interactions (matière première de l'algo) sans dénormaliser.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11430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60520"/>
            <a:ext cx="64008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60520"/>
            <a:ext cx="64008" cy="1143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97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Comment gérez-vous le démarrage à froid 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6634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Si l'utilisateur n'a aucun like, on retourne 3 morceaux populaires de genres distincts. Dès le 1ᵉʳ like, le vecteur de goût existe et l'algo bascule sur le filtrage par contenu.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64240" cy="11430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394960"/>
            <a:ext cx="64008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394960"/>
            <a:ext cx="64008" cy="1143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532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Pourquoi mélanger Spotify et iTunes 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58978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Spotify a retiré preview_url en novembre 2024. On utilise Spotify pour ce qu'il continue de fournir (audio features, OAuth, export) et iTunes pour combler le preview_url manquant. Les deux APIs portent les mêmes morceaux.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515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400800"/>
            <a:ext cx="12161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00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 — questions 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SPOTIFIÉ — Soutenance Fil Rouge B2</dc:title>
  <dc:subject>PptxGenJS Presentation</dc:subject>
  <dc:creator>Lilian</dc:creator>
  <cp:lastModifiedBy>Lilian</cp:lastModifiedBy>
  <cp:revision>1</cp:revision>
  <dcterms:created xsi:type="dcterms:W3CDTF">2026-04-28T10:27:01Z</dcterms:created>
  <dcterms:modified xsi:type="dcterms:W3CDTF">2026-04-28T10:27:01Z</dcterms:modified>
</cp:coreProperties>
</file>